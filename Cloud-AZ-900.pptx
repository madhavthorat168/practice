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58" r:id="rId14"/>
    <p:sldId id="283" r:id="rId15"/>
    <p:sldId id="284" r:id="rId16"/>
    <p:sldId id="28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14400"/>
            <a:ext cx="8228671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90600"/>
            <a:ext cx="8224105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721431"/>
            <a:ext cx="8649445" cy="491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914400"/>
            <a:ext cx="8284074" cy="456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14400"/>
            <a:ext cx="86868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19200"/>
            <a:ext cx="8461400" cy="403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066800"/>
            <a:ext cx="8276469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56762"/>
            <a:ext cx="8077200" cy="4372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95400"/>
            <a:ext cx="8150307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066800"/>
            <a:ext cx="8481791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66800"/>
            <a:ext cx="844291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38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8534400" cy="4938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76400"/>
            <a:ext cx="807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002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762000"/>
            <a:ext cx="8732899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AmolA</dc:creator>
  <cp:lastModifiedBy>AmolA</cp:lastModifiedBy>
  <cp:revision>8</cp:revision>
  <dcterms:created xsi:type="dcterms:W3CDTF">2006-08-16T00:00:00Z</dcterms:created>
  <dcterms:modified xsi:type="dcterms:W3CDTF">2023-03-22T06:28:38Z</dcterms:modified>
</cp:coreProperties>
</file>