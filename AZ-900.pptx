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81" r:id="rId2"/>
    <p:sldId id="361" r:id="rId3"/>
    <p:sldId id="256" r:id="rId4"/>
    <p:sldId id="257" r:id="rId5"/>
    <p:sldId id="258" r:id="rId6"/>
    <p:sldId id="259" r:id="rId7"/>
    <p:sldId id="260" r:id="rId8"/>
    <p:sldId id="262" r:id="rId9"/>
    <p:sldId id="263" r:id="rId10"/>
    <p:sldId id="26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F5366-711C-4229-9313-DEF745D340EA}" type="datetimeFigureOut">
              <a:rPr lang="en-US" smtClean="0"/>
              <a:pPr/>
              <a:t>3/22/2023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E2EF8-183C-478B-8C29-C7FFBFD612B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2EF8-183C-478B-8C29-C7FFBFD612B3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2EF8-183C-478B-8C29-C7FFBFD612B3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2EF8-183C-478B-8C29-C7FFBFD612B3}" type="slidenum">
              <a:rPr lang="en-IN" smtClean="0"/>
              <a:pPr/>
              <a:t>47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103" y="685800"/>
            <a:ext cx="860058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22860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What is Azure ? 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00200"/>
            <a:ext cx="808194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142538"/>
            <a:ext cx="7924800" cy="4039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371600" y="22860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What is Azure ? 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599"/>
            <a:ext cx="8839200" cy="405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905000" y="3048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History of Azure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447800"/>
            <a:ext cx="8839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19200" y="38100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Story of a </a:t>
            </a:r>
            <a:r>
              <a:rPr lang="en-IN" dirty="0" err="1" smtClean="0"/>
              <a:t>StartUp</a:t>
            </a:r>
            <a:r>
              <a:rPr lang="en-IN" dirty="0" smtClean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0"/>
            <a:ext cx="8745348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990600"/>
            <a:ext cx="8376125" cy="4436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90600"/>
            <a:ext cx="8491852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52" y="1066800"/>
            <a:ext cx="9132632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752600"/>
            <a:ext cx="8559659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999" y="1524000"/>
            <a:ext cx="8737927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066800" y="381000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TOP Companies who Use the Azure.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4227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Various Azure Services &amp; Pricing.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40" y="1295400"/>
            <a:ext cx="911476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558" y="1371600"/>
            <a:ext cx="892904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762000" y="5334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 Various Azure Services &amp; Pricing.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384" y="990601"/>
            <a:ext cx="9046616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95400"/>
            <a:ext cx="8275782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19200" y="45720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  Introduction to Cloud Computing.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447800"/>
            <a:ext cx="889254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19200" y="45720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  Introduction to Cloud Computing.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1447799"/>
            <a:ext cx="8819888" cy="4495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066800" y="304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     Cloud Computing-Advantages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676401"/>
            <a:ext cx="8848670" cy="389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95400" y="45720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Cloud Computing Models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260" y="1295400"/>
            <a:ext cx="865246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447800"/>
            <a:ext cx="8610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410" y="1524000"/>
            <a:ext cx="8825706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00200"/>
            <a:ext cx="876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0"/>
            <a:ext cx="86868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19163"/>
            <a:ext cx="8915400" cy="471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8513925" cy="425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143000" y="381000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                Top 3 Cloud Provider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23974"/>
            <a:ext cx="9144000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133600" y="3048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Azure Certification 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23846"/>
            <a:ext cx="8173357" cy="4186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95400" y="3810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Why Microsoft Azure ?</a:t>
            </a:r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0"/>
            <a:ext cx="8496300" cy="437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676400" y="3810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</a:t>
            </a:r>
            <a:r>
              <a:rPr lang="en-IN" b="1" dirty="0" smtClean="0"/>
              <a:t>Azure Architecture </a:t>
            </a:r>
            <a:endParaRPr lang="en-IN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845819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600200" y="4572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Azure Core Architecture </a:t>
            </a:r>
            <a:endParaRPr lang="en-IN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400" y="1371600"/>
            <a:ext cx="8425707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55772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066800" y="457200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</a:t>
            </a:r>
            <a:r>
              <a:rPr lang="en-IN" b="1" dirty="0" smtClean="0"/>
              <a:t>Azure Resource Manager</a:t>
            </a:r>
            <a:endParaRPr lang="en-IN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610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143000" y="3810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Azure Core Services.</a:t>
            </a:r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764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371600" y="3810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Azure Compute Service</a:t>
            </a:r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71600"/>
            <a:ext cx="8537027" cy="472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743200" y="3810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Azure- Function App</a:t>
            </a:r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1381022"/>
            <a:ext cx="8724900" cy="4638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8678982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8448146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905000" y="457200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Azure- Networking Services</a:t>
            </a:r>
            <a:endParaRPr lang="en-IN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667000" y="3810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Load Balancers</a:t>
            </a:r>
            <a:endParaRPr lang="en-IN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02" y="838200"/>
            <a:ext cx="863964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04801"/>
            <a:ext cx="8936792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3000"/>
            <a:ext cx="8860123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752600" y="30480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ML – Life Cycle</a:t>
            </a:r>
            <a:endParaRPr lang="en-I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838200"/>
            <a:ext cx="8785412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143000"/>
            <a:ext cx="8382000" cy="48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362200" y="2286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Availability Options</a:t>
            </a:r>
            <a:endParaRPr lang="en-I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066800"/>
            <a:ext cx="802933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133600" y="228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Availability Zone</a:t>
            </a:r>
            <a:endParaRPr lang="en-IN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2456" y="1185863"/>
            <a:ext cx="8306466" cy="475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057400" y="38100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Resource Group</a:t>
            </a:r>
            <a:endParaRPr lang="en-IN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5943600"/>
            <a:ext cx="50292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66825"/>
            <a:ext cx="8686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524000" y="2286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Azure Resource Manager</a:t>
            </a:r>
            <a:endParaRPr lang="en-IN" b="1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9650"/>
            <a:ext cx="8839200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981200" y="2286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Azure Subscription</a:t>
            </a:r>
            <a:endParaRPr lang="en-IN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285875"/>
            <a:ext cx="8884010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286000" y="228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Management Group</a:t>
            </a:r>
            <a:endParaRPr lang="en-IN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23975"/>
            <a:ext cx="868680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905000" y="2286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Azure Compute Service</a:t>
            </a:r>
            <a:endParaRPr lang="en-IN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52575"/>
            <a:ext cx="8839199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09738"/>
            <a:ext cx="8762999" cy="461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286000" y="3048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Azure-App Service</a:t>
            </a:r>
            <a:endParaRPr lang="en-IN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804863"/>
            <a:ext cx="83820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28775"/>
            <a:ext cx="8839199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209800"/>
            <a:ext cx="7837114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9588" y="609600"/>
            <a:ext cx="8124825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625" y="923924"/>
            <a:ext cx="8340170" cy="555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52575"/>
            <a:ext cx="8305800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667000" y="3048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Big Data and analytics.</a:t>
            </a:r>
            <a:endParaRPr lang="en-IN" sz="2400" b="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457" y="1066800"/>
            <a:ext cx="9009543" cy="495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017465"/>
            <a:ext cx="8686799" cy="538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923925"/>
            <a:ext cx="8458200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471" y="838200"/>
            <a:ext cx="8539328" cy="579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914400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300" y="1143000"/>
            <a:ext cx="8445499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63497"/>
            <a:ext cx="8305800" cy="5413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800100"/>
            <a:ext cx="8763000" cy="567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838200"/>
            <a:ext cx="8681757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143000"/>
            <a:ext cx="8458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885825"/>
            <a:ext cx="8416051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747713"/>
            <a:ext cx="8185391" cy="557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847725"/>
            <a:ext cx="8305800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999" y="814388"/>
            <a:ext cx="8229601" cy="520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923924"/>
            <a:ext cx="8458200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799" y="876300"/>
            <a:ext cx="8686801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723900"/>
            <a:ext cx="8229600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9" y="814388"/>
            <a:ext cx="8686801" cy="5434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3210</TotalTime>
  <Words>124</Words>
  <Application>Microsoft Office PowerPoint</Application>
  <PresentationFormat>On-screen Show (4:3)</PresentationFormat>
  <Paragraphs>35</Paragraphs>
  <Slides>76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AMOL</dc:creator>
  <cp:lastModifiedBy>AmolA</cp:lastModifiedBy>
  <cp:revision>71</cp:revision>
  <dcterms:created xsi:type="dcterms:W3CDTF">2006-08-16T00:00:00Z</dcterms:created>
  <dcterms:modified xsi:type="dcterms:W3CDTF">2023-03-22T06:30:58Z</dcterms:modified>
</cp:coreProperties>
</file>